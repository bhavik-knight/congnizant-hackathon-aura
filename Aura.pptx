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22F4-0588-1D3C-501B-2B6BDBCA0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4B12C-2108-65A4-60EA-8D272FCB6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9E90C-E8FA-D655-C0D6-CAD0F855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23D4A-F69E-1274-87F6-BF5A5EB0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EED3B-623C-D083-B2B7-E07B1C86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7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272A-D28A-2E6F-283B-FF8CD68C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DED17-4303-0D47-236A-9982C34E2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A1368-AABA-550F-234D-EA0AED28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C5336-C86A-7B9C-FC04-E741CBC6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88709-94ED-A791-7422-859DF5B6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9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D59D-6ACB-22AF-6C19-8215252F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E0ACC-103A-29D3-2203-12F038861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3A00-5351-9743-68F5-717EAB1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C64FD-75FF-60B2-1C47-F3EB36B3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C1F9C-1C86-0569-D312-B5F79E4F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7A73-BACD-76A2-8BAD-B051D303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9895A-0E6E-895A-EBB2-06AF9BB27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C511E-D69F-D91A-A5C7-B0989C86A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8C02C-AFDD-8622-28E9-9D9AA89E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9CF9-BCD7-22D9-F9B6-7E2AFF12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FF2EA-E310-A07B-2950-3A76DE23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5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B378-3C24-041C-39A7-19F71B93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CE752-EA29-BFFD-2690-3B3792FE1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320C0-DFAF-788E-B72A-E1DBD45CD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EB7B1-03E7-A62E-8AB5-135E9FE3A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52F52-8355-CF9F-FDB2-1A9D39B11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C3F658-ECDC-F8FF-E0F8-99899606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9FABD9-58E7-8A7A-ED83-0CB8C181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F4E1B-51C0-D7FE-5F0C-F3AF08B4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88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CFA6-8363-4F38-A9FC-A9D1DF0B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3990C-94CC-FCBF-91C0-AB1EBE785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CA5DB-E197-D40A-7E13-ECF3B3DB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40AF7-17DE-EA1A-D9C2-816A3166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18864-C1F1-5A8C-FEC2-BBB49556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C8E7C-83AC-1CB3-B795-23F9F06E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83C7-94DC-1503-F0F5-3CA054F5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0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F9FF-F173-EF39-A5E0-DAD973A9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A2046-DD53-82C7-F80C-2523F7D49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5B81C-FE37-9B3D-308E-7DB5C07B5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CA7B8-D78A-7EEE-CDC4-D7F48D52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7911D-9FB8-3B62-CCFE-54DED357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BCD20-085B-7866-47FE-923CB963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6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03CB-6EE1-3318-EE4A-2DD327D9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AD93F-D31B-077C-66CB-1C4792653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B4D81-ACCE-E835-A1B8-4F9D9B885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FD775-1A5D-D4F7-F2CA-DA1D5DE5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6DF4E-186A-4EBB-7911-E5A28F11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16453-BDC7-85DB-CEDC-604F63C4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7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E2EE-7A2D-3ACA-F757-72A7F75C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E9820-47C7-B9B2-BD08-49550A20C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99FB3-DB4A-A730-88EB-A5B82165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27C26-860D-6F72-F76D-8CEB686F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C1F9-B074-335F-1336-CEB1BD62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6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DA880-D455-83A1-0107-4576D4DCE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8991C-A1D7-1A97-9BC1-4FBA881A6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37D2-0FAF-1F84-88AA-82C4AE37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99CE-25CC-B177-D00E-C346C81D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A6CAD-E944-207E-36A2-77FCD5BB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7D99BE-E90A-D725-B411-5B10868D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B476D-CE1C-14AF-FA71-A8EE5D54E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0F89F-2839-B408-8582-BD25CAC4F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2C033-FF82-4168-B115-C23AE4CC321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00C02-88AD-F41D-3D0D-70E0B3089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35B0-F8EA-CD81-A3E4-8A6BA4632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C45C4-C1D0-4359-9963-03EB8746D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0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30C699-41BE-260A-86A3-38D7DD85A646}"/>
              </a:ext>
            </a:extLst>
          </p:cNvPr>
          <p:cNvSpPr txBox="1"/>
          <p:nvPr/>
        </p:nvSpPr>
        <p:spPr>
          <a:xfrm>
            <a:off x="620485" y="2905489"/>
            <a:ext cx="87156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Problem for Users: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Energy bills are high and confusing.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reduce your carbon footprint, but it's difficult to know how and when.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"smart" tools are passive trackers, not active helpers.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15E8F-5C37-2DAB-BF7F-B63DC67961E6}"/>
              </a:ext>
            </a:extLst>
          </p:cNvPr>
          <p:cNvSpPr txBox="1"/>
          <p:nvPr/>
        </p:nvSpPr>
        <p:spPr>
          <a:xfrm>
            <a:off x="674273" y="4794878"/>
            <a:ext cx="78626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Problem for Utility Company: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Grid instability caused by demand spikes (e.g., 6 PM rush).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Heavy reliance on "dirty" fossil fuels during peak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Inability to control or influence residential energy use at scale.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9AF7E-6A37-B513-FAF3-E73A695D9937}"/>
              </a:ext>
            </a:extLst>
          </p:cNvPr>
          <p:cNvSpPr txBox="1"/>
          <p:nvPr/>
        </p:nvSpPr>
        <p:spPr>
          <a:xfrm>
            <a:off x="4121523" y="585794"/>
            <a:ext cx="31245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Aura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E257A-4D2C-EEEF-D5D8-9DBB30AE8CA1}"/>
              </a:ext>
            </a:extLst>
          </p:cNvPr>
          <p:cNvSpPr txBox="1"/>
          <p:nvPr/>
        </p:nvSpPr>
        <p:spPr>
          <a:xfrm>
            <a:off x="4121523" y="1236835"/>
            <a:ext cx="7939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Your Home's AI Energy Pilot. Aura doesn't just watch your energy; it conducts 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21C0D2-4D1E-E182-11F0-F88A4127F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73" y="216462"/>
            <a:ext cx="2618116" cy="21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3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7FD26-7064-C5A3-E2C0-138D60E9B941}"/>
              </a:ext>
            </a:extLst>
          </p:cNvPr>
          <p:cNvSpPr txBox="1"/>
          <p:nvPr/>
        </p:nvSpPr>
        <p:spPr>
          <a:xfrm>
            <a:off x="728663" y="1422400"/>
            <a:ext cx="45055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Source (1) : NS Power Net Hourly Grid LOAD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A4AC6-B3BB-37ED-B06F-F4BC789C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430" y="2663211"/>
            <a:ext cx="2159708" cy="35995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33FEFD-14F7-5DC0-8C36-9A658796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572" y="518072"/>
            <a:ext cx="2931616" cy="299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37C701E-5151-4086-9CF2-7F44AA38A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56C08E-A84B-4C76-9D3B-46237B5A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34161-4016-5C9B-8F86-5E9AEF100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0" y="67610"/>
            <a:ext cx="5390360" cy="39080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4A9E85-08FA-CF60-12C5-61690840E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" y="4086132"/>
            <a:ext cx="7192579" cy="2535383"/>
          </a:xfrm>
          <a:prstGeom prst="rect">
            <a:avLst/>
          </a:prstGeom>
        </p:spPr>
      </p:pic>
      <p:grpSp>
        <p:nvGrpSpPr>
          <p:cNvPr id="32" name="Graphic 4">
            <a:extLst>
              <a:ext uri="{FF2B5EF4-FFF2-40B4-BE49-F238E27FC236}">
                <a16:creationId xmlns:a16="http://schemas.microsoft.com/office/drawing/2014/main" id="{72FB3F6E-946C-4B30-8EAA-64FA3056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88" y="509132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20447A-FA0D-448D-8513-13647DCEE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80F5A0F-E8FC-415B-BA7F-74C42D42C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77443A5-2061-492B-AFF5-658AB7E7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276C0A3-C877-457C-917D-473FABC9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9808886-A26A-41C2-9401-727236349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B169C8-A66F-4AEC-BBEE-4DEBBE844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EC418CD-F215-459D-8919-D5B5194EB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E034A84-840E-429B-9A4F-ECC31AB62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D050DBA-8800-4A73-84C0-34DC71A6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D4BF35D-BFFA-45A5-8081-FEDD30757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6B354BD-25DC-42A0-9CE7-824686810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52C4A08-6644-42B7-8237-2AD5F0041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1D58C06-A184-4272-9824-2F0853518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13E5979-94EB-49C8-3F01-7D99C8D944E1}"/>
              </a:ext>
            </a:extLst>
          </p:cNvPr>
          <p:cNvSpPr txBox="1"/>
          <p:nvPr/>
        </p:nvSpPr>
        <p:spPr>
          <a:xfrm>
            <a:off x="6565360" y="726523"/>
            <a:ext cx="5626640" cy="32490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</a:rPr>
              <a:t>Data Source (2) : Provincial Electric power generation, monthly generation by type of electricity</a:t>
            </a:r>
          </a:p>
        </p:txBody>
      </p:sp>
    </p:spTree>
    <p:extLst>
      <p:ext uri="{BB962C8B-B14F-4D97-AF65-F5344CB8AC3E}">
        <p14:creationId xmlns:p14="http://schemas.microsoft.com/office/powerpoint/2010/main" val="260263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CE41AB-951C-AE07-D357-49578497EA06}"/>
              </a:ext>
            </a:extLst>
          </p:cNvPr>
          <p:cNvSpPr txBox="1"/>
          <p:nvPr/>
        </p:nvSpPr>
        <p:spPr>
          <a:xfrm>
            <a:off x="167127" y="218746"/>
            <a:ext cx="6097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is Aura?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4F754-6FC9-AF65-E6A0-0D682430903C}"/>
              </a:ext>
            </a:extLst>
          </p:cNvPr>
          <p:cNvSpPr txBox="1"/>
          <p:nvPr/>
        </p:nvSpPr>
        <p:spPr>
          <a:xfrm>
            <a:off x="105655" y="761633"/>
            <a:ext cx="11540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Aura is an intelligent web application that acts as the "brain" for a household’s and Utility company’s energy use. It’s not a passive tracker; it's an active, forward-looking orchestrator.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EA2AB-A64B-B912-BD92-F433A1D06E74}"/>
              </a:ext>
            </a:extLst>
          </p:cNvPr>
          <p:cNvSpPr txBox="1"/>
          <p:nvPr/>
        </p:nvSpPr>
        <p:spPr>
          <a:xfrm>
            <a:off x="167127" y="1550576"/>
            <a:ext cx="116867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it Works: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FORECASTS</a:t>
            </a:r>
            <a:r>
              <a:rPr lang="en-US" dirty="0"/>
              <a:t>: Aura's AI engine predicts the carbon intensity (gCO2/kWh) of the Halifax grid for the next 24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OPTIMIZES</a:t>
            </a:r>
            <a:r>
              <a:rPr lang="en-US" dirty="0"/>
              <a:t>: It automatically schedules your high-energy appliances (dryer, dishwasher, EV) to run during the absolute "greenest" and "cheapest"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ADAPTS</a:t>
            </a:r>
            <a:r>
              <a:rPr lang="en-US" dirty="0"/>
              <a:t>: It understands your real-life needs. Just say, "I need the dryer to be done by 7 AM," and Aura finds the optimal time to do 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B05FF-DECA-0C44-DD86-34005C822D34}"/>
              </a:ext>
            </a:extLst>
          </p:cNvPr>
          <p:cNvSpPr txBox="1"/>
          <p:nvPr/>
        </p:nvSpPr>
        <p:spPr>
          <a:xfrm>
            <a:off x="167127" y="3724513"/>
            <a:ext cx="11950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"AI Brain": The Green Window Engine: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Demand Forecaster (SARIMAX): </a:t>
            </a:r>
            <a:r>
              <a:rPr lang="en-US" dirty="0"/>
              <a:t>A time-series model trained on grid data to predict total energy load of next 24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Supply Forecaster (Custom Algorithm): </a:t>
            </a:r>
            <a:r>
              <a:rPr lang="en-US" dirty="0"/>
              <a:t>A dynamic, seasonal model that estimates the renewable vs. fossil fuel mix on the grid.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"Green Window": </a:t>
            </a:r>
            <a:r>
              <a:rPr lang="en-US" dirty="0"/>
              <a:t>The engine identifies the precise hours with the lowest carbon intensity and cost.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C9F0C-BB0E-E226-99FE-27FC5098F10C}"/>
              </a:ext>
            </a:extLst>
          </p:cNvPr>
          <p:cNvSpPr txBox="1"/>
          <p:nvPr/>
        </p:nvSpPr>
        <p:spPr>
          <a:xfrm>
            <a:off x="167127" y="5621451"/>
            <a:ext cx="120863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 Assistance:</a:t>
            </a:r>
          </a:p>
          <a:p>
            <a:endParaRPr lang="en-US" b="1" dirty="0"/>
          </a:p>
          <a:p>
            <a:r>
              <a:rPr lang="en-US" dirty="0"/>
              <a:t>Aura understands plain English commands, including task dependencies and deadlines, and automatically schedules them to minimize both cost and carbon intensity.</a:t>
            </a:r>
          </a:p>
        </p:txBody>
      </p:sp>
    </p:spTree>
    <p:extLst>
      <p:ext uri="{BB962C8B-B14F-4D97-AF65-F5344CB8AC3E}">
        <p14:creationId xmlns:p14="http://schemas.microsoft.com/office/powerpoint/2010/main" val="3134757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364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Jayanta Sarker Shuva</dc:creator>
  <cp:lastModifiedBy>Jayanta Sarker Shuva</cp:lastModifiedBy>
  <cp:revision>5</cp:revision>
  <dcterms:created xsi:type="dcterms:W3CDTF">2025-11-09T14:56:28Z</dcterms:created>
  <dcterms:modified xsi:type="dcterms:W3CDTF">2025-11-09T16:16:20Z</dcterms:modified>
</cp:coreProperties>
</file>